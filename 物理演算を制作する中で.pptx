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3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23064-424B-4799-2A33-F71D2F537E81}" v="3" dt="2026-01-30T13:38:55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元藤　唯斗" userId="S::h1202419001@hiratagakuen.onmicrosoft.com::130faf52-781d-4de8-b826-0b85c634ce9b" providerId="AD" clId="Web-{1C723064-424B-4799-2A33-F71D2F537E81}"/>
    <pc:docChg chg="addSld delSld">
      <pc:chgData name="元藤　唯斗" userId="S::h1202419001@hiratagakuen.onmicrosoft.com::130faf52-781d-4de8-b826-0b85c634ce9b" providerId="AD" clId="Web-{1C723064-424B-4799-2A33-F71D2F537E81}" dt="2026-01-30T13:38:55.278" v="2"/>
      <pc:docMkLst>
        <pc:docMk/>
      </pc:docMkLst>
      <pc:sldChg chg="new del">
        <pc:chgData name="元藤　唯斗" userId="S::h1202419001@hiratagakuen.onmicrosoft.com::130faf52-781d-4de8-b826-0b85c634ce9b" providerId="AD" clId="Web-{1C723064-424B-4799-2A33-F71D2F537E81}" dt="2026-01-30T13:38:50.918" v="1"/>
        <pc:sldMkLst>
          <pc:docMk/>
          <pc:sldMk cId="2373107543" sldId="263"/>
        </pc:sldMkLst>
      </pc:sldChg>
      <pc:sldChg chg="add replId">
        <pc:chgData name="元藤　唯斗" userId="S::h1202419001@hiratagakuen.onmicrosoft.com::130faf52-781d-4de8-b826-0b85c634ce9b" providerId="AD" clId="Web-{1C723064-424B-4799-2A33-F71D2F537E81}" dt="2026-01-30T13:38:55.278" v="2"/>
        <pc:sldMkLst>
          <pc:docMk/>
          <pc:sldMk cId="2760097806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54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86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11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98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63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04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34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31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66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8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48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6ADE1-296A-4F5D-8157-8329490341BB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4C25-1EEB-466B-9A0E-53D91871A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94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158409" y="2381692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b="1" dirty="0"/>
              <a:t>物理演算を制作した中で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738675" y="488034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元藤　唯斗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276463" y="441867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情報クリエイタ工学科</a:t>
            </a:r>
            <a:r>
              <a:rPr kumimoji="1" lang="ja-JP" altLang="en-US" sz="2400" b="1" dirty="0"/>
              <a:t>　</a:t>
            </a:r>
            <a:r>
              <a:rPr lang="ja-JP" altLang="en-US" sz="2400" b="1" dirty="0"/>
              <a:t>２</a:t>
            </a:r>
            <a:r>
              <a:rPr kumimoji="1" lang="ja-JP" altLang="en-US" sz="2400" b="1" dirty="0"/>
              <a:t>年</a:t>
            </a:r>
          </a:p>
        </p:txBody>
      </p:sp>
    </p:spTree>
    <p:extLst>
      <p:ext uri="{BB962C8B-B14F-4D97-AF65-F5344CB8AC3E}">
        <p14:creationId xmlns:p14="http://schemas.microsoft.com/office/powerpoint/2010/main" val="345296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106326" y="191386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●現段階に至るまでにやってきたこと</a:t>
            </a:r>
            <a:endParaRPr kumimoji="1" lang="ja-JP" altLang="en-US" sz="3200" b="1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84790" y="7761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１</a:t>
            </a:r>
            <a:r>
              <a:rPr kumimoji="1" lang="ja-JP" altLang="en-US" sz="2400" b="1" dirty="0"/>
              <a:t>つ目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048518" y="1360936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四角の左上の頂点を常に基準にして処理を作成</a:t>
            </a:r>
          </a:p>
        </p:txBody>
      </p:sp>
      <p:sp>
        <p:nvSpPr>
          <p:cNvPr id="40" name="正方形/長方形 39"/>
          <p:cNvSpPr/>
          <p:nvPr/>
        </p:nvSpPr>
        <p:spPr>
          <a:xfrm>
            <a:off x="730942" y="2407376"/>
            <a:ext cx="2955851" cy="1605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1840833" y="1918278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VW</a:t>
            </a:r>
            <a:endParaRPr kumimoji="1" lang="ja-JP" altLang="en-US" dirty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124886" y="314633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VH</a:t>
            </a:r>
            <a:endParaRPr kumimoji="1" lang="ja-JP" altLang="en-US" dirty="0"/>
          </a:p>
        </p:txBody>
      </p:sp>
      <p:sp>
        <p:nvSpPr>
          <p:cNvPr id="43" name="楕円 42"/>
          <p:cNvSpPr/>
          <p:nvPr/>
        </p:nvSpPr>
        <p:spPr>
          <a:xfrm>
            <a:off x="640942" y="231737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5" name="直線矢印コネクタ 44"/>
          <p:cNvCxnSpPr/>
          <p:nvPr/>
        </p:nvCxnSpPr>
        <p:spPr>
          <a:xfrm>
            <a:off x="730942" y="2287610"/>
            <a:ext cx="295585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>
            <a:off x="557809" y="2402428"/>
            <a:ext cx="21826" cy="1610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4287445" y="2466901"/>
            <a:ext cx="78229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　</a:t>
            </a:r>
            <a:r>
              <a:rPr lang="en-US" altLang="ja-JP" b="1" dirty="0"/>
              <a:t>float</a:t>
            </a:r>
            <a:r>
              <a:rPr lang="ja-JP" altLang="en-US" b="1" dirty="0"/>
              <a:t>型で宣言しておいた</a:t>
            </a:r>
            <a:r>
              <a:rPr lang="en-US" altLang="ja-JP" b="1" dirty="0"/>
              <a:t>r</a:t>
            </a:r>
            <a:r>
              <a:rPr kumimoji="1" lang="en-US" altLang="ja-JP" b="1" dirty="0"/>
              <a:t>adian(</a:t>
            </a:r>
            <a:r>
              <a:rPr kumimoji="1" lang="ja-JP" altLang="en-US" b="1" dirty="0"/>
              <a:t>角度</a:t>
            </a:r>
            <a:r>
              <a:rPr kumimoji="1" lang="en-US" altLang="ja-JP" b="1" dirty="0"/>
              <a:t>)</a:t>
            </a:r>
            <a:r>
              <a:rPr kumimoji="1" lang="ja-JP" altLang="en-US" b="1" dirty="0"/>
              <a:t>を左の図の状態で０にしておき、</a:t>
            </a:r>
            <a:endParaRPr kumimoji="1" lang="en-US" altLang="ja-JP" b="1" dirty="0"/>
          </a:p>
          <a:p>
            <a:r>
              <a:rPr lang="ja-JP" altLang="en-US" b="1" dirty="0"/>
              <a:t>頂点が当たった場合に</a:t>
            </a:r>
            <a:r>
              <a:rPr lang="en-US" altLang="ja-JP" b="1" dirty="0"/>
              <a:t>radian</a:t>
            </a:r>
            <a:r>
              <a:rPr lang="ja-JP" altLang="en-US" b="1" dirty="0"/>
              <a:t>の状態を変える。</a:t>
            </a:r>
            <a:endParaRPr lang="en-US" altLang="ja-JP" b="1" dirty="0"/>
          </a:p>
          <a:p>
            <a:r>
              <a:rPr lang="ja-JP" altLang="en-US" b="1" dirty="0"/>
              <a:t>　その後、</a:t>
            </a:r>
            <a:r>
              <a:rPr lang="en-US" altLang="ja-JP" b="1" dirty="0"/>
              <a:t>radian</a:t>
            </a:r>
            <a:r>
              <a:rPr lang="ja-JP" altLang="en-US" b="1" dirty="0"/>
              <a:t>の数値を元に</a:t>
            </a:r>
            <a:r>
              <a:rPr lang="en-US" altLang="ja-JP" b="1" dirty="0"/>
              <a:t>VW</a:t>
            </a:r>
            <a:r>
              <a:rPr lang="ja-JP" altLang="en-US" b="1" dirty="0"/>
              <a:t>と</a:t>
            </a:r>
            <a:r>
              <a:rPr lang="en-US" altLang="ja-JP" b="1" dirty="0"/>
              <a:t>VH</a:t>
            </a:r>
            <a:r>
              <a:rPr lang="ja-JP" altLang="en-US" b="1" dirty="0"/>
              <a:t>を計算し四角の傾きを求めた。</a:t>
            </a:r>
            <a:endParaRPr kumimoji="1" lang="ja-JP" altLang="en-US" b="1" dirty="0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334526" y="4341532"/>
            <a:ext cx="37208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※radian </a:t>
            </a:r>
            <a:r>
              <a:rPr kumimoji="1" lang="ja-JP" altLang="en-US" b="1" dirty="0"/>
              <a:t>・・・　角度</a:t>
            </a:r>
            <a:endParaRPr kumimoji="1" lang="en-US" altLang="ja-JP" b="1" dirty="0"/>
          </a:p>
          <a:p>
            <a:r>
              <a:rPr lang="ja-JP" altLang="en-US" b="1" dirty="0"/>
              <a:t>　</a:t>
            </a:r>
            <a:r>
              <a:rPr kumimoji="1" lang="en-US" altLang="ja-JP" b="1" dirty="0"/>
              <a:t>VW</a:t>
            </a:r>
            <a:r>
              <a:rPr lang="ja-JP" altLang="en-US" b="1" dirty="0"/>
              <a:t>　  ・・・　横幅のベクトル</a:t>
            </a:r>
            <a:endParaRPr lang="en-US" altLang="ja-JP" b="1" dirty="0"/>
          </a:p>
          <a:p>
            <a:r>
              <a:rPr kumimoji="1" lang="ja-JP" altLang="en-US" b="1" dirty="0"/>
              <a:t>　</a:t>
            </a:r>
            <a:r>
              <a:rPr kumimoji="1" lang="en-US" altLang="ja-JP" b="1" dirty="0"/>
              <a:t>VH</a:t>
            </a:r>
            <a:r>
              <a:rPr kumimoji="1" lang="ja-JP" altLang="en-US" b="1" dirty="0"/>
              <a:t>　   ・・・　縦幅のベクトル</a:t>
            </a: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4055416" y="203571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・内容</a:t>
            </a: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4372505" y="3973131"/>
            <a:ext cx="6878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　縦幅を大きくしたとき、</a:t>
            </a:r>
            <a:endParaRPr lang="en-US" altLang="ja-JP" b="1" dirty="0"/>
          </a:p>
          <a:p>
            <a:r>
              <a:rPr lang="ja-JP" altLang="en-US" b="1" dirty="0"/>
              <a:t>座標や横幅・縦幅ベクトルの情報が飛んでしまった。</a:t>
            </a:r>
            <a:endParaRPr lang="en-US" altLang="ja-JP" b="1" dirty="0"/>
          </a:p>
          <a:p>
            <a:r>
              <a:rPr kumimoji="1" lang="ja-JP" altLang="en-US" b="1" dirty="0"/>
              <a:t>　また、複数個出した時にも情報が飛んでしまうバグが起きた。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055416" y="357264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・今回の失敗</a:t>
            </a: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4372505" y="5436446"/>
            <a:ext cx="6878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　情報が左上に集結しているため、</a:t>
            </a:r>
            <a:endParaRPr lang="en-US" altLang="ja-JP" b="1" dirty="0"/>
          </a:p>
          <a:p>
            <a:r>
              <a:rPr lang="ja-JP" altLang="en-US" b="1" dirty="0"/>
              <a:t>条件しだいでは簡単にバグが起こってしまったと考えられる。</a:t>
            </a:r>
            <a:endParaRPr lang="en-US" altLang="ja-JP" b="1" dirty="0"/>
          </a:p>
          <a:p>
            <a:r>
              <a:rPr lang="ja-JP" altLang="en-US" b="1" dirty="0"/>
              <a:t>　よって、頂点情報だけでも分ける必要があるのではと考えた。</a:t>
            </a:r>
            <a:endParaRPr lang="en-US" altLang="ja-JP" b="1" dirty="0"/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4055416" y="497478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・今回の改善点</a:t>
            </a:r>
          </a:p>
        </p:txBody>
      </p:sp>
    </p:spTree>
    <p:extLst>
      <p:ext uri="{BB962C8B-B14F-4D97-AF65-F5344CB8AC3E}">
        <p14:creationId xmlns:p14="http://schemas.microsoft.com/office/powerpoint/2010/main" val="221132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106326" y="191386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●現段階に至るまでにやってきたこと</a:t>
            </a:r>
            <a:endParaRPr kumimoji="1" lang="ja-JP" altLang="en-US" sz="3200" b="1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84790" y="7761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２</a:t>
            </a:r>
            <a:r>
              <a:rPr kumimoji="1" lang="ja-JP" altLang="en-US" sz="2400" b="1" dirty="0"/>
              <a:t>つ目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048518" y="1360936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各頂点に座標情報を持たせて処理を作成</a:t>
            </a:r>
            <a:endParaRPr kumimoji="1" lang="ja-JP" altLang="en-US" sz="2400" b="1" dirty="0"/>
          </a:p>
        </p:txBody>
      </p:sp>
      <p:sp>
        <p:nvSpPr>
          <p:cNvPr id="40" name="正方形/長方形 39"/>
          <p:cNvSpPr/>
          <p:nvPr/>
        </p:nvSpPr>
        <p:spPr>
          <a:xfrm>
            <a:off x="954989" y="2367615"/>
            <a:ext cx="2955851" cy="1605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/>
          <p:cNvSpPr/>
          <p:nvPr/>
        </p:nvSpPr>
        <p:spPr>
          <a:xfrm>
            <a:off x="864989" y="227761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4287445" y="2466901"/>
            <a:ext cx="75264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　各頂点の座標を配列で保持しておく。</a:t>
            </a:r>
            <a:endParaRPr lang="en-US" altLang="ja-JP" b="1" dirty="0"/>
          </a:p>
          <a:p>
            <a:r>
              <a:rPr kumimoji="1" lang="ja-JP" altLang="en-US" b="1" dirty="0"/>
              <a:t>　頂点が当たった場合、</a:t>
            </a:r>
            <a:r>
              <a:rPr lang="ja-JP" altLang="en-US" b="1" dirty="0"/>
              <a:t>当たった頂点を基準に</a:t>
            </a:r>
            <a:r>
              <a:rPr lang="en-US" altLang="ja-JP" b="1" dirty="0"/>
              <a:t>width</a:t>
            </a:r>
            <a:r>
              <a:rPr lang="ja-JP" altLang="en-US" b="1" dirty="0"/>
              <a:t>や</a:t>
            </a:r>
            <a:r>
              <a:rPr lang="en-US" altLang="ja-JP" b="1" dirty="0"/>
              <a:t>height</a:t>
            </a:r>
            <a:r>
              <a:rPr lang="ja-JP" altLang="en-US" b="1" dirty="0"/>
              <a:t>を使って</a:t>
            </a:r>
            <a:endParaRPr lang="en-US" altLang="ja-JP" b="1" dirty="0"/>
          </a:p>
          <a:p>
            <a:r>
              <a:rPr kumimoji="1" lang="ja-JP" altLang="en-US" b="1" dirty="0"/>
              <a:t>当たっていない頂点の座標を調整した。</a:t>
            </a:r>
            <a:endParaRPr kumimoji="1" lang="en-US" altLang="ja-JP" b="1" dirty="0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334526" y="4341532"/>
            <a:ext cx="2642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※</a:t>
            </a:r>
            <a:r>
              <a:rPr lang="en-US" altLang="ja-JP" b="1" dirty="0"/>
              <a:t>width</a:t>
            </a:r>
            <a:r>
              <a:rPr lang="ja-JP" altLang="en-US" b="1" dirty="0"/>
              <a:t>   ・・・　横幅</a:t>
            </a:r>
            <a:endParaRPr lang="en-US" altLang="ja-JP" b="1" dirty="0"/>
          </a:p>
          <a:p>
            <a:r>
              <a:rPr kumimoji="1" lang="ja-JP" altLang="en-US" b="1" dirty="0"/>
              <a:t>　</a:t>
            </a:r>
            <a:r>
              <a:rPr kumimoji="1" lang="en-US" altLang="ja-JP" b="1" dirty="0"/>
              <a:t>height</a:t>
            </a:r>
            <a:r>
              <a:rPr kumimoji="1" lang="ja-JP" altLang="en-US" b="1" dirty="0"/>
              <a:t>  ・・・　縦幅</a:t>
            </a: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4055416" y="203571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・内容</a:t>
            </a: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4372505" y="3973131"/>
            <a:ext cx="7340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　角度の情報がないため、座標がそれぞれの位置で調整される。</a:t>
            </a:r>
            <a:endParaRPr lang="en-US" altLang="ja-JP" b="1" dirty="0"/>
          </a:p>
          <a:p>
            <a:r>
              <a:rPr lang="ja-JP" altLang="en-US" b="1" dirty="0"/>
              <a:t>　その結果、四角の形が崩れて最終的に１本の線になってしまった。</a:t>
            </a:r>
            <a:endParaRPr kumimoji="1" lang="ja-JP" altLang="en-US" b="1" dirty="0"/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055416" y="357264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・今回の失敗</a:t>
            </a: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4372505" y="5202362"/>
            <a:ext cx="73404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　角度の情報がなかったことで形を整えることができなかったので、</a:t>
            </a:r>
            <a:endParaRPr lang="en-US" altLang="ja-JP" b="1" dirty="0"/>
          </a:p>
          <a:p>
            <a:r>
              <a:rPr lang="ja-JP" altLang="en-US" b="1" dirty="0"/>
              <a:t>基準自体は作る必要があるのではと考えた。</a:t>
            </a:r>
            <a:endParaRPr lang="en-US" altLang="ja-JP" b="1" dirty="0"/>
          </a:p>
          <a:p>
            <a:r>
              <a:rPr lang="ja-JP" altLang="en-US" b="1" dirty="0"/>
              <a:t>　ただ、基準だけにすべての情報を持たせると前回と同じになるので</a:t>
            </a:r>
            <a:endParaRPr lang="en-US" altLang="ja-JP" b="1" dirty="0"/>
          </a:p>
          <a:p>
            <a:r>
              <a:rPr lang="ja-JP" altLang="en-US" b="1" dirty="0"/>
              <a:t>基準を元に少し情報を分ける方法を考えた。</a:t>
            </a:r>
            <a:endParaRPr lang="en-US" altLang="ja-JP" b="1" dirty="0"/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4055416" y="474069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・今回の改善点</a:t>
            </a:r>
          </a:p>
        </p:txBody>
      </p:sp>
      <p:sp>
        <p:nvSpPr>
          <p:cNvPr id="18" name="楕円 17"/>
          <p:cNvSpPr/>
          <p:nvPr/>
        </p:nvSpPr>
        <p:spPr>
          <a:xfrm>
            <a:off x="3820840" y="227761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/>
          <p:cNvSpPr/>
          <p:nvPr/>
        </p:nvSpPr>
        <p:spPr>
          <a:xfrm>
            <a:off x="864989" y="388313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/>
          <p:cNvSpPr/>
          <p:nvPr/>
        </p:nvSpPr>
        <p:spPr>
          <a:xfrm>
            <a:off x="3820840" y="388313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954989" y="2247849"/>
            <a:ext cx="295585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>
            <a:off x="781856" y="2362667"/>
            <a:ext cx="21826" cy="1610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2064880" y="1878517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w</a:t>
            </a:r>
            <a:r>
              <a:rPr kumimoji="1" lang="en-US" altLang="ja-JP" dirty="0"/>
              <a:t>idth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-63439" y="3103349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height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1814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9E660-FF2B-1274-4FC7-5834576A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BF3FA0-61EB-FC6B-AF3B-74BFEAC53680}"/>
              </a:ext>
            </a:extLst>
          </p:cNvPr>
          <p:cNvSpPr txBox="1"/>
          <p:nvPr/>
        </p:nvSpPr>
        <p:spPr>
          <a:xfrm>
            <a:off x="106326" y="191386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●現段階に至るまでにやってきたこと</a:t>
            </a:r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CF3027-6622-2AC9-6958-31E6DB481AD2}"/>
              </a:ext>
            </a:extLst>
          </p:cNvPr>
          <p:cNvSpPr txBox="1"/>
          <p:nvPr/>
        </p:nvSpPr>
        <p:spPr>
          <a:xfrm>
            <a:off x="584790" y="7761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３</a:t>
            </a:r>
            <a:r>
              <a:rPr kumimoji="1" lang="ja-JP" altLang="en-US" sz="2400" b="1" dirty="0"/>
              <a:t>つ目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4D35B9C-58B3-59C0-7D2D-1025B4A10564}"/>
              </a:ext>
            </a:extLst>
          </p:cNvPr>
          <p:cNvSpPr txBox="1"/>
          <p:nvPr/>
        </p:nvSpPr>
        <p:spPr>
          <a:xfrm>
            <a:off x="1048518" y="1360936"/>
            <a:ext cx="10280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各頂点の座標を中心座標を基準に配列で保持し、処理を作成</a:t>
            </a:r>
            <a:r>
              <a:rPr lang="en-US" altLang="ja-JP" sz="2400" b="1" dirty="0"/>
              <a:t>(</a:t>
            </a:r>
            <a:r>
              <a:rPr lang="ja-JP" altLang="en-US" sz="2400" b="1" dirty="0"/>
              <a:t>現在の状況</a:t>
            </a:r>
            <a:r>
              <a:rPr lang="en-US" altLang="ja-JP" sz="2400" b="1" dirty="0"/>
              <a:t>)</a:t>
            </a:r>
            <a:endParaRPr kumimoji="1" lang="ja-JP" altLang="en-US" sz="2400" b="1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23220BE-AED6-4F88-191C-428955B08505}"/>
              </a:ext>
            </a:extLst>
          </p:cNvPr>
          <p:cNvSpPr/>
          <p:nvPr/>
        </p:nvSpPr>
        <p:spPr>
          <a:xfrm>
            <a:off x="954989" y="2367615"/>
            <a:ext cx="2955851" cy="1605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6C2CCFB5-16CE-5C72-8AC6-55A5A9B470CC}"/>
              </a:ext>
            </a:extLst>
          </p:cNvPr>
          <p:cNvSpPr/>
          <p:nvPr/>
        </p:nvSpPr>
        <p:spPr>
          <a:xfrm>
            <a:off x="864989" y="227761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E47C6E4-C4AD-C05F-2D93-6C25DB914AC9}"/>
              </a:ext>
            </a:extLst>
          </p:cNvPr>
          <p:cNvSpPr txBox="1"/>
          <p:nvPr/>
        </p:nvSpPr>
        <p:spPr>
          <a:xfrm>
            <a:off x="4076256" y="2465661"/>
            <a:ext cx="82638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　中心座標を</a:t>
            </a:r>
            <a:r>
              <a:rPr lang="en-US" altLang="ja-JP" b="1" dirty="0"/>
              <a:t>(0,0)</a:t>
            </a:r>
            <a:r>
              <a:rPr lang="ja-JP" altLang="en-US" b="1" dirty="0"/>
              <a:t>としたときの各頂点の座標をベクトル配列で保持した。</a:t>
            </a:r>
            <a:endParaRPr lang="en-US" altLang="ja-JP" b="1" dirty="0"/>
          </a:p>
          <a:p>
            <a:r>
              <a:rPr kumimoji="1" lang="ja-JP" altLang="en-US" b="1" dirty="0"/>
              <a:t>　その後、頂点が当たった場合に当たった頂点のみを当たった位置まで戻し、</a:t>
            </a:r>
            <a:endParaRPr kumimoji="1" lang="en-US" altLang="ja-JP" b="1" dirty="0"/>
          </a:p>
          <a:p>
            <a:r>
              <a:rPr kumimoji="1" lang="ja-JP" altLang="en-US" b="1" dirty="0"/>
              <a:t>その頂点から中心座標を調整してからすべての頂点に適応させた。</a:t>
            </a:r>
            <a:endParaRPr kumimoji="1" lang="en-US" altLang="ja-JP" b="1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A3EAE10C-9CBC-CF1A-F587-8534A0F6837C}"/>
              </a:ext>
            </a:extLst>
          </p:cNvPr>
          <p:cNvSpPr txBox="1"/>
          <p:nvPr/>
        </p:nvSpPr>
        <p:spPr>
          <a:xfrm>
            <a:off x="4055416" y="203571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・内容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A4F2F1D3-2AB3-82DA-BFB6-89F0C1939918}"/>
              </a:ext>
            </a:extLst>
          </p:cNvPr>
          <p:cNvSpPr txBox="1"/>
          <p:nvPr/>
        </p:nvSpPr>
        <p:spPr>
          <a:xfrm>
            <a:off x="4372505" y="3757766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　</a:t>
            </a:r>
            <a:r>
              <a:rPr lang="ja-JP" altLang="en-US" b="1" dirty="0" smtClean="0"/>
              <a:t>各頂点で毎度座標を計算しているので、</a:t>
            </a:r>
            <a:endParaRPr lang="en-US" altLang="ja-JP" b="1" dirty="0" smtClean="0"/>
          </a:p>
          <a:p>
            <a:r>
              <a:rPr lang="ja-JP" altLang="en-US" b="1" dirty="0" smtClean="0"/>
              <a:t>四角に当たった時に揺れが発生してしまった。</a:t>
            </a:r>
            <a:endParaRPr kumimoji="1" lang="ja-JP" altLang="en-US" b="1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91E19C51-0842-A9EF-71D8-DED802F2EDE1}"/>
              </a:ext>
            </a:extLst>
          </p:cNvPr>
          <p:cNvSpPr txBox="1"/>
          <p:nvPr/>
        </p:nvSpPr>
        <p:spPr>
          <a:xfrm>
            <a:off x="4055416" y="335727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・今回の失敗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71B8581-1983-42D0-9AD0-3E826B628190}"/>
              </a:ext>
            </a:extLst>
          </p:cNvPr>
          <p:cNvSpPr txBox="1"/>
          <p:nvPr/>
        </p:nvSpPr>
        <p:spPr>
          <a:xfrm>
            <a:off x="4393345" y="4987863"/>
            <a:ext cx="61863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 smtClean="0"/>
              <a:t>　当たった瞬間に計算して適応させていたので、</a:t>
            </a:r>
            <a:endParaRPr lang="en-US" altLang="ja-JP" b="1" dirty="0" smtClean="0"/>
          </a:p>
          <a:p>
            <a:r>
              <a:rPr lang="ja-JP" altLang="en-US" b="1" dirty="0" smtClean="0"/>
              <a:t>当たったら一度各頂点で当たっているか全て計算してから</a:t>
            </a:r>
            <a:endParaRPr lang="en-US" altLang="ja-JP" b="1" dirty="0" smtClean="0"/>
          </a:p>
          <a:p>
            <a:r>
              <a:rPr lang="ja-JP" altLang="en-US" b="1" dirty="0" smtClean="0"/>
              <a:t>適応させようと考えた。</a:t>
            </a:r>
            <a:endParaRPr lang="en-US" altLang="ja-JP" b="1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64741C03-5E1A-755F-6DCA-F47AC9769560}"/>
              </a:ext>
            </a:extLst>
          </p:cNvPr>
          <p:cNvSpPr txBox="1"/>
          <p:nvPr/>
        </p:nvSpPr>
        <p:spPr>
          <a:xfrm>
            <a:off x="4076256" y="452619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・今回の改善点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DA7A6919-1356-ED2E-FBBA-E9E66BFBAC6C}"/>
              </a:ext>
            </a:extLst>
          </p:cNvPr>
          <p:cNvSpPr/>
          <p:nvPr/>
        </p:nvSpPr>
        <p:spPr>
          <a:xfrm>
            <a:off x="3820840" y="227761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F0220D08-F4D7-E8A7-91B2-2D53B10A3113}"/>
              </a:ext>
            </a:extLst>
          </p:cNvPr>
          <p:cNvSpPr/>
          <p:nvPr/>
        </p:nvSpPr>
        <p:spPr>
          <a:xfrm>
            <a:off x="864989" y="388313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7E3723EC-8324-31CD-C42A-318C4AAF1EFB}"/>
              </a:ext>
            </a:extLst>
          </p:cNvPr>
          <p:cNvSpPr/>
          <p:nvPr/>
        </p:nvSpPr>
        <p:spPr>
          <a:xfrm>
            <a:off x="3820840" y="388313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B6C291C5-1108-BD26-D6F9-72C63CBBD306}"/>
              </a:ext>
            </a:extLst>
          </p:cNvPr>
          <p:cNvCxnSpPr>
            <a:stCxn id="21" idx="6"/>
            <a:endCxn id="40" idx="3"/>
          </p:cNvCxnSpPr>
          <p:nvPr/>
        </p:nvCxnSpPr>
        <p:spPr>
          <a:xfrm flipV="1">
            <a:off x="2511916" y="3170373"/>
            <a:ext cx="1398924" cy="160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8647A28-69ED-9E6C-4411-109A7CF038D5}"/>
              </a:ext>
            </a:extLst>
          </p:cNvPr>
          <p:cNvCxnSpPr>
            <a:endCxn id="40" idx="2"/>
          </p:cNvCxnSpPr>
          <p:nvPr/>
        </p:nvCxnSpPr>
        <p:spPr>
          <a:xfrm>
            <a:off x="2421916" y="3167899"/>
            <a:ext cx="10999" cy="8052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361A7C6-7A1E-6687-0F25-CB5AC42043CC}"/>
              </a:ext>
            </a:extLst>
          </p:cNvPr>
          <p:cNvSpPr txBox="1"/>
          <p:nvPr/>
        </p:nvSpPr>
        <p:spPr>
          <a:xfrm>
            <a:off x="2863764" y="2832273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VW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897CFE5-2457-F979-A432-1F6C08C593C1}"/>
              </a:ext>
            </a:extLst>
          </p:cNvPr>
          <p:cNvSpPr txBox="1"/>
          <p:nvPr/>
        </p:nvSpPr>
        <p:spPr>
          <a:xfrm>
            <a:off x="1889361" y="3434141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VH</a:t>
            </a:r>
            <a:endParaRPr kumimoji="1" lang="ja-JP" altLang="en-US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54204B01-A889-7E56-A5EF-84AFAD62352E}"/>
              </a:ext>
            </a:extLst>
          </p:cNvPr>
          <p:cNvSpPr/>
          <p:nvPr/>
        </p:nvSpPr>
        <p:spPr>
          <a:xfrm>
            <a:off x="2331916" y="309637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2D14887-2B5F-0615-ACDB-D00EE5BF8A2D}"/>
              </a:ext>
            </a:extLst>
          </p:cNvPr>
          <p:cNvSpPr txBox="1"/>
          <p:nvPr/>
        </p:nvSpPr>
        <p:spPr>
          <a:xfrm>
            <a:off x="334526" y="4341532"/>
            <a:ext cx="3741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※VW</a:t>
            </a:r>
            <a:r>
              <a:rPr lang="ja-JP" altLang="en-US" b="1" dirty="0"/>
              <a:t>・・・横幅</a:t>
            </a:r>
            <a:r>
              <a:rPr lang="en-US" altLang="ja-JP" b="1" dirty="0"/>
              <a:t>(</a:t>
            </a:r>
            <a:r>
              <a:rPr lang="ja-JP" altLang="en-US" b="1" dirty="0"/>
              <a:t>半分</a:t>
            </a:r>
            <a:r>
              <a:rPr lang="en-US" altLang="ja-JP" b="1" dirty="0"/>
              <a:t>)</a:t>
            </a:r>
            <a:r>
              <a:rPr lang="ja-JP" altLang="en-US" b="1" dirty="0"/>
              <a:t>のベクトル</a:t>
            </a:r>
            <a:endParaRPr lang="en-US" altLang="ja-JP" b="1" dirty="0"/>
          </a:p>
          <a:p>
            <a:r>
              <a:rPr kumimoji="1" lang="ja-JP" altLang="en-US" b="1" dirty="0"/>
              <a:t>　</a:t>
            </a:r>
            <a:r>
              <a:rPr kumimoji="1" lang="en-US" altLang="ja-JP" b="1" dirty="0"/>
              <a:t>VH</a:t>
            </a:r>
            <a:r>
              <a:rPr kumimoji="1" lang="ja-JP" altLang="en-US" b="1" dirty="0"/>
              <a:t>・・・縦幅</a:t>
            </a:r>
            <a:r>
              <a:rPr kumimoji="1" lang="en-US" altLang="ja-JP" b="1" dirty="0"/>
              <a:t>(</a:t>
            </a:r>
            <a:r>
              <a:rPr kumimoji="1" lang="ja-JP" altLang="en-US" b="1" dirty="0"/>
              <a:t>半分</a:t>
            </a:r>
            <a:r>
              <a:rPr kumimoji="1" lang="en-US" altLang="ja-JP" b="1" dirty="0"/>
              <a:t>)</a:t>
            </a:r>
            <a:r>
              <a:rPr kumimoji="1" lang="ja-JP" altLang="en-US" b="1" dirty="0"/>
              <a:t>のベクトル</a:t>
            </a:r>
          </a:p>
        </p:txBody>
      </p:sp>
    </p:spTree>
    <p:extLst>
      <p:ext uri="{BB962C8B-B14F-4D97-AF65-F5344CB8AC3E}">
        <p14:creationId xmlns:p14="http://schemas.microsoft.com/office/powerpoint/2010/main" val="276009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142</Words>
  <Application>Microsoft Office PowerPoint</Application>
  <PresentationFormat>ワイド画面</PresentationFormat>
  <Paragraphs>60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GA2A</dc:creator>
  <cp:lastModifiedBy>GA2A</cp:lastModifiedBy>
  <cp:revision>27</cp:revision>
  <dcterms:created xsi:type="dcterms:W3CDTF">2026-01-30T05:56:25Z</dcterms:created>
  <dcterms:modified xsi:type="dcterms:W3CDTF">2026-02-02T04:12:25Z</dcterms:modified>
</cp:coreProperties>
</file>