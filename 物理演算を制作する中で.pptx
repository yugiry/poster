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>
      <p:cViewPr varScale="1">
        <p:scale>
          <a:sx n="90" d="100"/>
          <a:sy n="90" d="100"/>
        </p:scale>
        <p:origin x="57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5549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08616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6110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0980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3638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004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6345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3314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8660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683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6484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36ADE1-296A-4F5D-8157-8329490341BB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0B4C25-1EEB-466B-9A0E-53D91871AAC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7942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2158409" y="2381692"/>
            <a:ext cx="78021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5400" b="1" dirty="0" smtClean="0"/>
              <a:t>物理演算を制作した中で</a:t>
            </a:r>
            <a:endParaRPr kumimoji="1" lang="ja-JP" altLang="en-US" sz="5400" b="1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8738675" y="4880344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元藤　唯斗</a:t>
            </a:r>
            <a:endParaRPr kumimoji="1" lang="ja-JP" altLang="en-US" sz="2400" b="1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276463" y="4418679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情報</a:t>
            </a:r>
            <a:r>
              <a:rPr lang="ja-JP" altLang="en-US" sz="2400" b="1" dirty="0" smtClean="0"/>
              <a:t>クリエイタ工学科</a:t>
            </a:r>
            <a:r>
              <a:rPr kumimoji="1" lang="ja-JP" altLang="en-US" sz="2400" b="1" dirty="0" smtClean="0"/>
              <a:t>　</a:t>
            </a:r>
            <a:r>
              <a:rPr lang="ja-JP" altLang="en-US" sz="2400" b="1" dirty="0"/>
              <a:t>２</a:t>
            </a:r>
            <a:r>
              <a:rPr kumimoji="1" lang="ja-JP" altLang="en-US" sz="2400" b="1" dirty="0" smtClean="0"/>
              <a:t>年</a:t>
            </a:r>
            <a:endParaRPr kumimoji="1" lang="ja-JP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452963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/>
          <p:cNvSpPr txBox="1"/>
          <p:nvPr/>
        </p:nvSpPr>
        <p:spPr>
          <a:xfrm>
            <a:off x="106326" y="191386"/>
            <a:ext cx="71609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dirty="0" smtClean="0"/>
              <a:t>●現段階に至るまでにやってきたこと</a:t>
            </a:r>
            <a:endParaRPr kumimoji="1" lang="ja-JP" altLang="en-US" sz="3200" b="1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584790" y="776161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１</a:t>
            </a:r>
            <a:r>
              <a:rPr kumimoji="1" lang="ja-JP" altLang="en-US" sz="2400" b="1" dirty="0" smtClean="0"/>
              <a:t>つ目</a:t>
            </a:r>
            <a:endParaRPr kumimoji="1" lang="ja-JP" altLang="en-US" sz="2400" b="1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1048518" y="1360936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四角の左上の頂点を常に基準にして処理を作成</a:t>
            </a:r>
            <a:endParaRPr kumimoji="1" lang="ja-JP" altLang="en-US" sz="2400" b="1" dirty="0"/>
          </a:p>
        </p:txBody>
      </p:sp>
      <p:sp>
        <p:nvSpPr>
          <p:cNvPr id="40" name="正方形/長方形 39"/>
          <p:cNvSpPr/>
          <p:nvPr/>
        </p:nvSpPr>
        <p:spPr>
          <a:xfrm>
            <a:off x="730942" y="2407376"/>
            <a:ext cx="2955851" cy="1605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/>
          <p:cNvSpPr txBox="1"/>
          <p:nvPr/>
        </p:nvSpPr>
        <p:spPr>
          <a:xfrm>
            <a:off x="1840833" y="1918278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VW</a:t>
            </a:r>
            <a:endParaRPr kumimoji="1" lang="ja-JP" altLang="en-US" dirty="0"/>
          </a:p>
        </p:txBody>
      </p:sp>
      <p:sp>
        <p:nvSpPr>
          <p:cNvPr id="42" name="テキスト ボックス 41"/>
          <p:cNvSpPr txBox="1"/>
          <p:nvPr/>
        </p:nvSpPr>
        <p:spPr>
          <a:xfrm>
            <a:off x="124886" y="3146339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VH</a:t>
            </a:r>
            <a:endParaRPr kumimoji="1" lang="ja-JP" altLang="en-US" dirty="0"/>
          </a:p>
        </p:txBody>
      </p:sp>
      <p:sp>
        <p:nvSpPr>
          <p:cNvPr id="43" name="楕円 42"/>
          <p:cNvSpPr/>
          <p:nvPr/>
        </p:nvSpPr>
        <p:spPr>
          <a:xfrm>
            <a:off x="640942" y="2317376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5" name="直線矢印コネクタ 44"/>
          <p:cNvCxnSpPr/>
          <p:nvPr/>
        </p:nvCxnSpPr>
        <p:spPr>
          <a:xfrm>
            <a:off x="730942" y="2287610"/>
            <a:ext cx="295585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/>
          <p:cNvCxnSpPr/>
          <p:nvPr/>
        </p:nvCxnSpPr>
        <p:spPr>
          <a:xfrm>
            <a:off x="557809" y="2402428"/>
            <a:ext cx="21826" cy="161046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/>
          <p:cNvSpPr txBox="1"/>
          <p:nvPr/>
        </p:nvSpPr>
        <p:spPr>
          <a:xfrm>
            <a:off x="4287445" y="2466901"/>
            <a:ext cx="78229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 smtClean="0"/>
              <a:t>　</a:t>
            </a:r>
            <a:r>
              <a:rPr lang="en-US" altLang="ja-JP" b="1" dirty="0" smtClean="0"/>
              <a:t>float</a:t>
            </a:r>
            <a:r>
              <a:rPr lang="ja-JP" altLang="en-US" b="1" dirty="0" smtClean="0"/>
              <a:t>型で宣言しておいた</a:t>
            </a:r>
            <a:r>
              <a:rPr lang="en-US" altLang="ja-JP" b="1" dirty="0" smtClean="0"/>
              <a:t>r</a:t>
            </a:r>
            <a:r>
              <a:rPr kumimoji="1" lang="en-US" altLang="ja-JP" b="1" dirty="0" smtClean="0"/>
              <a:t>adian(</a:t>
            </a:r>
            <a:r>
              <a:rPr kumimoji="1" lang="ja-JP" altLang="en-US" b="1" dirty="0" smtClean="0"/>
              <a:t>角度</a:t>
            </a:r>
            <a:r>
              <a:rPr kumimoji="1" lang="en-US" altLang="ja-JP" b="1" dirty="0" smtClean="0"/>
              <a:t>)</a:t>
            </a:r>
            <a:r>
              <a:rPr kumimoji="1" lang="ja-JP" altLang="en-US" b="1" dirty="0" smtClean="0"/>
              <a:t>を左の図の状態で０にしておき、</a:t>
            </a:r>
            <a:endParaRPr kumimoji="1" lang="en-US" altLang="ja-JP" b="1" dirty="0" smtClean="0"/>
          </a:p>
          <a:p>
            <a:r>
              <a:rPr lang="ja-JP" altLang="en-US" b="1" dirty="0" smtClean="0"/>
              <a:t>頂点が当たった場合に</a:t>
            </a:r>
            <a:r>
              <a:rPr lang="en-US" altLang="ja-JP" b="1" dirty="0" smtClean="0"/>
              <a:t>radian</a:t>
            </a:r>
            <a:r>
              <a:rPr lang="ja-JP" altLang="en-US" b="1" dirty="0" smtClean="0"/>
              <a:t>の状態を変える。</a:t>
            </a:r>
            <a:endParaRPr lang="en-US" altLang="ja-JP" b="1" dirty="0" smtClean="0"/>
          </a:p>
          <a:p>
            <a:r>
              <a:rPr lang="ja-JP" altLang="en-US" b="1" dirty="0" smtClean="0"/>
              <a:t>　その後、</a:t>
            </a:r>
            <a:r>
              <a:rPr lang="en-US" altLang="ja-JP" b="1" dirty="0" smtClean="0"/>
              <a:t>radian</a:t>
            </a:r>
            <a:r>
              <a:rPr lang="ja-JP" altLang="en-US" b="1" dirty="0" smtClean="0"/>
              <a:t>の数値を元に</a:t>
            </a:r>
            <a:r>
              <a:rPr lang="en-US" altLang="ja-JP" b="1" dirty="0" smtClean="0"/>
              <a:t>VW</a:t>
            </a:r>
            <a:r>
              <a:rPr lang="ja-JP" altLang="en-US" b="1" dirty="0" smtClean="0"/>
              <a:t>と</a:t>
            </a:r>
            <a:r>
              <a:rPr lang="en-US" altLang="ja-JP" b="1" dirty="0" smtClean="0"/>
              <a:t>VH</a:t>
            </a:r>
            <a:r>
              <a:rPr lang="ja-JP" altLang="en-US" b="1" dirty="0" smtClean="0"/>
              <a:t>を計算し四角の傾きを求めた。</a:t>
            </a:r>
            <a:endParaRPr kumimoji="1" lang="ja-JP" altLang="en-US" b="1" dirty="0"/>
          </a:p>
        </p:txBody>
      </p:sp>
      <p:sp>
        <p:nvSpPr>
          <p:cNvPr id="51" name="テキスト ボックス 50"/>
          <p:cNvSpPr txBox="1"/>
          <p:nvPr/>
        </p:nvSpPr>
        <p:spPr>
          <a:xfrm>
            <a:off x="334526" y="4341532"/>
            <a:ext cx="37208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smtClean="0"/>
              <a:t>※radian </a:t>
            </a:r>
            <a:r>
              <a:rPr kumimoji="1" lang="ja-JP" altLang="en-US" b="1" dirty="0" smtClean="0"/>
              <a:t>・・・　角度</a:t>
            </a:r>
            <a:endParaRPr kumimoji="1" lang="en-US" altLang="ja-JP" b="1" dirty="0" smtClean="0"/>
          </a:p>
          <a:p>
            <a:r>
              <a:rPr lang="ja-JP" altLang="en-US" b="1" dirty="0"/>
              <a:t>　</a:t>
            </a:r>
            <a:r>
              <a:rPr kumimoji="1" lang="en-US" altLang="ja-JP" b="1" dirty="0" smtClean="0"/>
              <a:t>VW</a:t>
            </a:r>
            <a:r>
              <a:rPr lang="ja-JP" altLang="en-US" b="1" dirty="0"/>
              <a:t>　</a:t>
            </a:r>
            <a:r>
              <a:rPr lang="ja-JP" altLang="en-US" b="1" dirty="0" smtClean="0"/>
              <a:t>  ・・・　横幅のベクトル</a:t>
            </a:r>
            <a:endParaRPr lang="en-US" altLang="ja-JP" b="1" dirty="0" smtClean="0"/>
          </a:p>
          <a:p>
            <a:r>
              <a:rPr kumimoji="1" lang="ja-JP" altLang="en-US" b="1" dirty="0"/>
              <a:t>　</a:t>
            </a:r>
            <a:r>
              <a:rPr kumimoji="1" lang="en-US" altLang="ja-JP" b="1" dirty="0" smtClean="0"/>
              <a:t>VH</a:t>
            </a:r>
            <a:r>
              <a:rPr kumimoji="1" lang="ja-JP" altLang="en-US" b="1" dirty="0" smtClean="0"/>
              <a:t>　   ・・・　縦幅のベクトル</a:t>
            </a:r>
            <a:endParaRPr kumimoji="1" lang="ja-JP" altLang="en-US" b="1" dirty="0"/>
          </a:p>
        </p:txBody>
      </p:sp>
      <p:sp>
        <p:nvSpPr>
          <p:cNvPr id="52" name="テキスト ボックス 51"/>
          <p:cNvSpPr txBox="1"/>
          <p:nvPr/>
        </p:nvSpPr>
        <p:spPr>
          <a:xfrm>
            <a:off x="4055416" y="2035711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・内容</a:t>
            </a:r>
            <a:endParaRPr kumimoji="1" lang="ja-JP" altLang="en-US" sz="2400" b="1" dirty="0"/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4372505" y="3973131"/>
            <a:ext cx="68788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 smtClean="0"/>
              <a:t>　縦幅を大きくしたとき、</a:t>
            </a:r>
            <a:endParaRPr lang="en-US" altLang="ja-JP" b="1" dirty="0" smtClean="0"/>
          </a:p>
          <a:p>
            <a:r>
              <a:rPr lang="ja-JP" altLang="en-US" b="1" dirty="0" smtClean="0"/>
              <a:t>座標や横幅・縦幅ベクトルの情報が飛んでしまった。</a:t>
            </a:r>
            <a:endParaRPr lang="en-US" altLang="ja-JP" b="1" dirty="0" smtClean="0"/>
          </a:p>
          <a:p>
            <a:r>
              <a:rPr kumimoji="1" lang="ja-JP" altLang="en-US" b="1" dirty="0" smtClean="0"/>
              <a:t>　また、複数個出した時にも情報が飛んでしまうバグが起きた。</a:t>
            </a:r>
            <a:endParaRPr kumimoji="1" lang="ja-JP" altLang="en-US" b="1" dirty="0"/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4055416" y="3572641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・今回の失敗</a:t>
            </a:r>
            <a:endParaRPr kumimoji="1" lang="ja-JP" altLang="en-US" sz="2400" b="1" dirty="0"/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4372505" y="5436446"/>
            <a:ext cx="68788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　</a:t>
            </a:r>
            <a:r>
              <a:rPr lang="ja-JP" altLang="en-US" b="1" dirty="0" smtClean="0"/>
              <a:t>情報が左上に集結しているため、</a:t>
            </a:r>
            <a:endParaRPr lang="en-US" altLang="ja-JP" b="1" dirty="0" smtClean="0"/>
          </a:p>
          <a:p>
            <a:r>
              <a:rPr lang="ja-JP" altLang="en-US" b="1" dirty="0" smtClean="0"/>
              <a:t>条件しだいでは簡単にバグが起こってしまったと考えられる。</a:t>
            </a:r>
            <a:endParaRPr lang="en-US" altLang="ja-JP" b="1" dirty="0" smtClean="0"/>
          </a:p>
          <a:p>
            <a:r>
              <a:rPr lang="ja-JP" altLang="en-US" b="1" dirty="0"/>
              <a:t>　</a:t>
            </a:r>
            <a:r>
              <a:rPr lang="ja-JP" altLang="en-US" b="1" dirty="0" smtClean="0"/>
              <a:t>よって、頂点情報だけでも分ける必要があるのではと考えた。</a:t>
            </a:r>
            <a:endParaRPr lang="en-US" altLang="ja-JP" b="1" dirty="0"/>
          </a:p>
        </p:txBody>
      </p:sp>
      <p:sp>
        <p:nvSpPr>
          <p:cNvPr id="57" name="テキスト ボックス 56"/>
          <p:cNvSpPr txBox="1"/>
          <p:nvPr/>
        </p:nvSpPr>
        <p:spPr>
          <a:xfrm>
            <a:off x="4055416" y="4974781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・今回の改善点</a:t>
            </a:r>
            <a:endParaRPr kumimoji="1" lang="ja-JP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211327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/>
          <p:cNvSpPr txBox="1"/>
          <p:nvPr/>
        </p:nvSpPr>
        <p:spPr>
          <a:xfrm>
            <a:off x="106326" y="191386"/>
            <a:ext cx="71609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dirty="0" smtClean="0"/>
              <a:t>●現段階に至るまでにやってきたこと</a:t>
            </a:r>
            <a:endParaRPr kumimoji="1" lang="ja-JP" altLang="en-US" sz="3200" b="1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584790" y="776161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 smtClean="0"/>
              <a:t>２</a:t>
            </a:r>
            <a:r>
              <a:rPr kumimoji="1" lang="ja-JP" altLang="en-US" sz="2400" b="1" dirty="0" smtClean="0"/>
              <a:t>つ目</a:t>
            </a:r>
            <a:endParaRPr kumimoji="1" lang="ja-JP" altLang="en-US" sz="2400" b="1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1048518" y="1360936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 smtClean="0"/>
              <a:t>各頂点に座標情報を持たせて処理を作成</a:t>
            </a:r>
            <a:endParaRPr kumimoji="1" lang="ja-JP" altLang="en-US" sz="2400" b="1" dirty="0"/>
          </a:p>
        </p:txBody>
      </p:sp>
      <p:sp>
        <p:nvSpPr>
          <p:cNvPr id="40" name="正方形/長方形 39"/>
          <p:cNvSpPr/>
          <p:nvPr/>
        </p:nvSpPr>
        <p:spPr>
          <a:xfrm>
            <a:off x="954989" y="2367615"/>
            <a:ext cx="2955851" cy="1605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/>
          <p:cNvSpPr/>
          <p:nvPr/>
        </p:nvSpPr>
        <p:spPr>
          <a:xfrm>
            <a:off x="864989" y="2277615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/>
          <p:cNvSpPr txBox="1"/>
          <p:nvPr/>
        </p:nvSpPr>
        <p:spPr>
          <a:xfrm>
            <a:off x="4287445" y="2466901"/>
            <a:ext cx="75264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 smtClean="0"/>
              <a:t>　各頂点の座標を配列で保持しておく。</a:t>
            </a:r>
            <a:endParaRPr lang="en-US" altLang="ja-JP" b="1" dirty="0" smtClean="0"/>
          </a:p>
          <a:p>
            <a:r>
              <a:rPr kumimoji="1" lang="ja-JP" altLang="en-US" b="1" dirty="0" smtClean="0"/>
              <a:t>　頂点が当たった場合、</a:t>
            </a:r>
            <a:r>
              <a:rPr lang="ja-JP" altLang="en-US" b="1" dirty="0"/>
              <a:t>当たった頂点</a:t>
            </a:r>
            <a:r>
              <a:rPr lang="ja-JP" altLang="en-US" b="1" dirty="0" smtClean="0"/>
              <a:t>を基準に</a:t>
            </a:r>
            <a:r>
              <a:rPr lang="en-US" altLang="ja-JP" b="1" dirty="0" smtClean="0"/>
              <a:t>width</a:t>
            </a:r>
            <a:r>
              <a:rPr lang="ja-JP" altLang="en-US" b="1" dirty="0" smtClean="0"/>
              <a:t>や</a:t>
            </a:r>
            <a:r>
              <a:rPr lang="en-US" altLang="ja-JP" b="1" dirty="0" smtClean="0"/>
              <a:t>height</a:t>
            </a:r>
            <a:r>
              <a:rPr lang="ja-JP" altLang="en-US" b="1" dirty="0" smtClean="0"/>
              <a:t>を使って</a:t>
            </a:r>
            <a:endParaRPr lang="en-US" altLang="ja-JP" b="1" dirty="0" smtClean="0"/>
          </a:p>
          <a:p>
            <a:r>
              <a:rPr kumimoji="1" lang="ja-JP" altLang="en-US" b="1" dirty="0"/>
              <a:t>当たっていない</a:t>
            </a:r>
            <a:r>
              <a:rPr kumimoji="1" lang="ja-JP" altLang="en-US" b="1" dirty="0" smtClean="0"/>
              <a:t>頂点の座標を調整した。</a:t>
            </a:r>
            <a:endParaRPr kumimoji="1" lang="en-US" altLang="ja-JP" b="1" dirty="0" smtClean="0"/>
          </a:p>
        </p:txBody>
      </p:sp>
      <p:sp>
        <p:nvSpPr>
          <p:cNvPr id="51" name="テキスト ボックス 50"/>
          <p:cNvSpPr txBox="1"/>
          <p:nvPr/>
        </p:nvSpPr>
        <p:spPr>
          <a:xfrm>
            <a:off x="334526" y="4341532"/>
            <a:ext cx="2642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smtClean="0"/>
              <a:t>※</a:t>
            </a:r>
            <a:r>
              <a:rPr lang="en-US" altLang="ja-JP" b="1" dirty="0" smtClean="0"/>
              <a:t>width</a:t>
            </a:r>
            <a:r>
              <a:rPr lang="ja-JP" altLang="en-US" b="1" dirty="0" smtClean="0"/>
              <a:t>   ・・・　横幅</a:t>
            </a:r>
            <a:endParaRPr lang="en-US" altLang="ja-JP" b="1" dirty="0" smtClean="0"/>
          </a:p>
          <a:p>
            <a:r>
              <a:rPr kumimoji="1" lang="ja-JP" altLang="en-US" b="1" dirty="0"/>
              <a:t>　</a:t>
            </a:r>
            <a:r>
              <a:rPr kumimoji="1" lang="en-US" altLang="ja-JP" b="1" dirty="0" smtClean="0"/>
              <a:t>height</a:t>
            </a:r>
            <a:r>
              <a:rPr kumimoji="1" lang="ja-JP" altLang="en-US" b="1" dirty="0" smtClean="0"/>
              <a:t>  ・・・　縦幅</a:t>
            </a:r>
            <a:endParaRPr kumimoji="1" lang="ja-JP" altLang="en-US" b="1" dirty="0"/>
          </a:p>
        </p:txBody>
      </p:sp>
      <p:sp>
        <p:nvSpPr>
          <p:cNvPr id="52" name="テキスト ボックス 51"/>
          <p:cNvSpPr txBox="1"/>
          <p:nvPr/>
        </p:nvSpPr>
        <p:spPr>
          <a:xfrm>
            <a:off x="4055416" y="2035711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・内容</a:t>
            </a:r>
            <a:endParaRPr kumimoji="1" lang="ja-JP" altLang="en-US" sz="2400" b="1" dirty="0"/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4372505" y="3973131"/>
            <a:ext cx="73404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 smtClean="0"/>
              <a:t>　角度の情報がないため、座標がそれぞれの位置で調整される。</a:t>
            </a:r>
            <a:endParaRPr lang="en-US" altLang="ja-JP" b="1" dirty="0" smtClean="0"/>
          </a:p>
          <a:p>
            <a:r>
              <a:rPr lang="ja-JP" altLang="en-US" b="1" dirty="0"/>
              <a:t>　</a:t>
            </a:r>
            <a:r>
              <a:rPr lang="ja-JP" altLang="en-US" b="1" dirty="0" smtClean="0"/>
              <a:t>その結果、四角の形が崩れて最終的に１本の線になってしまった。</a:t>
            </a:r>
            <a:endParaRPr kumimoji="1" lang="ja-JP" altLang="en-US" b="1" dirty="0"/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4055416" y="3572641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・今回の失敗</a:t>
            </a:r>
            <a:endParaRPr kumimoji="1" lang="ja-JP" altLang="en-US" sz="2400" b="1" dirty="0"/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4372505" y="5202362"/>
            <a:ext cx="73404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　</a:t>
            </a:r>
            <a:r>
              <a:rPr lang="ja-JP" altLang="en-US" b="1" dirty="0" smtClean="0"/>
              <a:t>角度の情報がなかったことで形を整えることができなかったので、</a:t>
            </a:r>
            <a:endParaRPr lang="en-US" altLang="ja-JP" b="1" dirty="0" smtClean="0"/>
          </a:p>
          <a:p>
            <a:r>
              <a:rPr lang="ja-JP" altLang="en-US" b="1" dirty="0" smtClean="0"/>
              <a:t>基準自体は作る必要があるのではと考えた。</a:t>
            </a:r>
            <a:endParaRPr lang="en-US" altLang="ja-JP" b="1" dirty="0" smtClean="0"/>
          </a:p>
          <a:p>
            <a:r>
              <a:rPr lang="ja-JP" altLang="en-US" b="1" dirty="0"/>
              <a:t>　</a:t>
            </a:r>
            <a:r>
              <a:rPr lang="ja-JP" altLang="en-US" b="1" dirty="0" smtClean="0"/>
              <a:t>ただ、基準だけにすべての情報を持たせると前回と同じになるので</a:t>
            </a:r>
            <a:endParaRPr lang="en-US" altLang="ja-JP" b="1" dirty="0" smtClean="0"/>
          </a:p>
          <a:p>
            <a:r>
              <a:rPr lang="ja-JP" altLang="en-US" b="1" dirty="0" smtClean="0"/>
              <a:t>基準を元に少し情報を分ける方法を考えた。</a:t>
            </a:r>
            <a:endParaRPr lang="en-US" altLang="ja-JP" b="1" dirty="0"/>
          </a:p>
        </p:txBody>
      </p:sp>
      <p:sp>
        <p:nvSpPr>
          <p:cNvPr id="57" name="テキスト ボックス 56"/>
          <p:cNvSpPr txBox="1"/>
          <p:nvPr/>
        </p:nvSpPr>
        <p:spPr>
          <a:xfrm>
            <a:off x="4055416" y="4740697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・今回の改善点</a:t>
            </a:r>
            <a:endParaRPr kumimoji="1" lang="ja-JP" altLang="en-US" sz="2400" b="1" dirty="0"/>
          </a:p>
        </p:txBody>
      </p:sp>
      <p:sp>
        <p:nvSpPr>
          <p:cNvPr id="18" name="楕円 17"/>
          <p:cNvSpPr/>
          <p:nvPr/>
        </p:nvSpPr>
        <p:spPr>
          <a:xfrm>
            <a:off x="3820840" y="2277615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/>
          <p:cNvSpPr/>
          <p:nvPr/>
        </p:nvSpPr>
        <p:spPr>
          <a:xfrm>
            <a:off x="864989" y="3883131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/>
          <p:cNvSpPr/>
          <p:nvPr/>
        </p:nvSpPr>
        <p:spPr>
          <a:xfrm>
            <a:off x="3820840" y="3883131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4" name="直線矢印コネクタ 23"/>
          <p:cNvCxnSpPr/>
          <p:nvPr/>
        </p:nvCxnSpPr>
        <p:spPr>
          <a:xfrm>
            <a:off x="954989" y="2247849"/>
            <a:ext cx="295585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/>
          <p:cNvCxnSpPr/>
          <p:nvPr/>
        </p:nvCxnSpPr>
        <p:spPr>
          <a:xfrm>
            <a:off x="781856" y="2362667"/>
            <a:ext cx="21826" cy="161046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/>
          <p:cNvSpPr txBox="1"/>
          <p:nvPr/>
        </p:nvSpPr>
        <p:spPr>
          <a:xfrm>
            <a:off x="2064880" y="1878517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w</a:t>
            </a:r>
            <a:r>
              <a:rPr kumimoji="1" lang="en-US" altLang="ja-JP" dirty="0" smtClean="0"/>
              <a:t>idth</a:t>
            </a:r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-63439" y="3103349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height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18142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/>
          <p:cNvSpPr txBox="1"/>
          <p:nvPr/>
        </p:nvSpPr>
        <p:spPr>
          <a:xfrm>
            <a:off x="106326" y="191386"/>
            <a:ext cx="71609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dirty="0" smtClean="0"/>
              <a:t>●現段階に至るまでにやってきたこと</a:t>
            </a:r>
            <a:endParaRPr kumimoji="1" lang="ja-JP" altLang="en-US" sz="3200" b="1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584790" y="776161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３</a:t>
            </a:r>
            <a:r>
              <a:rPr kumimoji="1" lang="ja-JP" altLang="en-US" sz="2400" b="1" dirty="0" smtClean="0"/>
              <a:t>つ目</a:t>
            </a:r>
            <a:endParaRPr kumimoji="1" lang="ja-JP" altLang="en-US" sz="2400" b="1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1048518" y="1360936"/>
            <a:ext cx="10280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 smtClean="0"/>
              <a:t>各頂点の座標を中心座標を</a:t>
            </a:r>
            <a:r>
              <a:rPr lang="ja-JP" altLang="en-US" sz="2400" b="1" dirty="0"/>
              <a:t>基準</a:t>
            </a:r>
            <a:r>
              <a:rPr lang="ja-JP" altLang="en-US" sz="2400" b="1" dirty="0" smtClean="0"/>
              <a:t>に配列で保持し、処理を作成</a:t>
            </a:r>
            <a:r>
              <a:rPr lang="en-US" altLang="ja-JP" sz="2400" b="1" dirty="0" smtClean="0"/>
              <a:t>(</a:t>
            </a:r>
            <a:r>
              <a:rPr lang="ja-JP" altLang="en-US" sz="2400" b="1" dirty="0" smtClean="0"/>
              <a:t>現在の状況</a:t>
            </a:r>
            <a:r>
              <a:rPr lang="en-US" altLang="ja-JP" sz="2400" b="1" dirty="0" smtClean="0"/>
              <a:t>)</a:t>
            </a:r>
            <a:endParaRPr kumimoji="1" lang="ja-JP" altLang="en-US" sz="2400" b="1" dirty="0"/>
          </a:p>
        </p:txBody>
      </p:sp>
      <p:sp>
        <p:nvSpPr>
          <p:cNvPr id="40" name="正方形/長方形 39"/>
          <p:cNvSpPr/>
          <p:nvPr/>
        </p:nvSpPr>
        <p:spPr>
          <a:xfrm>
            <a:off x="954989" y="2367615"/>
            <a:ext cx="2955851" cy="1605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/>
          <p:cNvSpPr/>
          <p:nvPr/>
        </p:nvSpPr>
        <p:spPr>
          <a:xfrm>
            <a:off x="864989" y="2277615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/>
          <p:cNvSpPr txBox="1"/>
          <p:nvPr/>
        </p:nvSpPr>
        <p:spPr>
          <a:xfrm>
            <a:off x="4076256" y="2465661"/>
            <a:ext cx="82638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 smtClean="0"/>
              <a:t>　中心座標を</a:t>
            </a:r>
            <a:r>
              <a:rPr lang="en-US" altLang="ja-JP" b="1" dirty="0" smtClean="0"/>
              <a:t>(0,0)</a:t>
            </a:r>
            <a:r>
              <a:rPr lang="ja-JP" altLang="en-US" b="1" dirty="0" smtClean="0"/>
              <a:t>としたときの各頂点の座標をベクトル配列で保持した。</a:t>
            </a:r>
            <a:endParaRPr lang="en-US" altLang="ja-JP" b="1" dirty="0" smtClean="0"/>
          </a:p>
          <a:p>
            <a:r>
              <a:rPr kumimoji="1" lang="ja-JP" altLang="en-US" b="1" dirty="0"/>
              <a:t>　</a:t>
            </a:r>
            <a:r>
              <a:rPr kumimoji="1" lang="ja-JP" altLang="en-US" b="1" dirty="0" smtClean="0"/>
              <a:t>その後、頂点が当たった場合に当たった頂点のみを当たった位置まで戻し、</a:t>
            </a:r>
            <a:endParaRPr kumimoji="1" lang="en-US" altLang="ja-JP" b="1" dirty="0" smtClean="0"/>
          </a:p>
          <a:p>
            <a:r>
              <a:rPr kumimoji="1" lang="ja-JP" altLang="en-US" b="1" dirty="0" smtClean="0"/>
              <a:t>その頂点から中心座標を調整してからすべての頂点に適応させた。</a:t>
            </a:r>
            <a:endParaRPr kumimoji="1" lang="en-US" altLang="ja-JP" b="1" dirty="0" smtClean="0"/>
          </a:p>
        </p:txBody>
      </p:sp>
      <p:sp>
        <p:nvSpPr>
          <p:cNvPr id="52" name="テキスト ボックス 51"/>
          <p:cNvSpPr txBox="1"/>
          <p:nvPr/>
        </p:nvSpPr>
        <p:spPr>
          <a:xfrm>
            <a:off x="4055416" y="2035711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・内容</a:t>
            </a:r>
            <a:endParaRPr kumimoji="1" lang="ja-JP" altLang="en-US" sz="2400" b="1" dirty="0"/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4372505" y="3757766"/>
            <a:ext cx="54938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 smtClean="0"/>
              <a:t>　角速度の情報がないため、箱がぶら下がった時に</a:t>
            </a:r>
            <a:endParaRPr lang="en-US" altLang="ja-JP" b="1" dirty="0" smtClean="0"/>
          </a:p>
          <a:p>
            <a:r>
              <a:rPr lang="ja-JP" altLang="en-US" b="1" dirty="0" smtClean="0"/>
              <a:t>真下の状態で急に停止してしまう。</a:t>
            </a:r>
            <a:endParaRPr kumimoji="1" lang="ja-JP" altLang="en-US" b="1" dirty="0"/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4055416" y="335727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・今回の失敗</a:t>
            </a:r>
            <a:endParaRPr kumimoji="1" lang="ja-JP" altLang="en-US" sz="2400" b="1" dirty="0"/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4393345" y="4987863"/>
            <a:ext cx="66479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　</a:t>
            </a:r>
            <a:r>
              <a:rPr lang="ja-JP" altLang="en-US" b="1" dirty="0" smtClean="0"/>
              <a:t>回転させるための考え方は間違えてはいないと思った。</a:t>
            </a:r>
            <a:endParaRPr lang="en-US" altLang="ja-JP" b="1" dirty="0" smtClean="0"/>
          </a:p>
          <a:p>
            <a:r>
              <a:rPr lang="ja-JP" altLang="en-US" b="1" dirty="0" smtClean="0"/>
              <a:t>　なので、ここから角速度を求めるということと、</a:t>
            </a:r>
            <a:endParaRPr lang="en-US" altLang="ja-JP" b="1" dirty="0" smtClean="0"/>
          </a:p>
          <a:p>
            <a:r>
              <a:rPr lang="ja-JP" altLang="en-US" b="1" dirty="0" smtClean="0"/>
              <a:t>角速度を四角の回転に適応させる方法を考えないといけない。</a:t>
            </a:r>
            <a:endParaRPr lang="en-US" altLang="ja-JP" b="1" dirty="0"/>
          </a:p>
        </p:txBody>
      </p:sp>
      <p:sp>
        <p:nvSpPr>
          <p:cNvPr id="57" name="テキスト ボックス 56"/>
          <p:cNvSpPr txBox="1"/>
          <p:nvPr/>
        </p:nvSpPr>
        <p:spPr>
          <a:xfrm>
            <a:off x="4076256" y="4526198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 smtClean="0"/>
              <a:t>・今回の改善点</a:t>
            </a:r>
            <a:endParaRPr kumimoji="1" lang="ja-JP" altLang="en-US" sz="2400" b="1" dirty="0"/>
          </a:p>
        </p:txBody>
      </p:sp>
      <p:sp>
        <p:nvSpPr>
          <p:cNvPr id="18" name="楕円 17"/>
          <p:cNvSpPr/>
          <p:nvPr/>
        </p:nvSpPr>
        <p:spPr>
          <a:xfrm>
            <a:off x="3820840" y="2277615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/>
          <p:cNvSpPr/>
          <p:nvPr/>
        </p:nvSpPr>
        <p:spPr>
          <a:xfrm>
            <a:off x="864989" y="3883131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/>
          <p:cNvSpPr/>
          <p:nvPr/>
        </p:nvSpPr>
        <p:spPr>
          <a:xfrm>
            <a:off x="3820840" y="3883131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4" name="直線矢印コネクタ 23"/>
          <p:cNvCxnSpPr>
            <a:stCxn id="21" idx="6"/>
            <a:endCxn id="40" idx="3"/>
          </p:cNvCxnSpPr>
          <p:nvPr/>
        </p:nvCxnSpPr>
        <p:spPr>
          <a:xfrm flipV="1">
            <a:off x="2511916" y="3170373"/>
            <a:ext cx="1398924" cy="1600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/>
          <p:cNvCxnSpPr>
            <a:endCxn id="40" idx="2"/>
          </p:cNvCxnSpPr>
          <p:nvPr/>
        </p:nvCxnSpPr>
        <p:spPr>
          <a:xfrm>
            <a:off x="2421916" y="3167899"/>
            <a:ext cx="10999" cy="8052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/>
          <p:cNvSpPr txBox="1"/>
          <p:nvPr/>
        </p:nvSpPr>
        <p:spPr>
          <a:xfrm>
            <a:off x="2863764" y="2832273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VW</a:t>
            </a:r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1889361" y="3434141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VH</a:t>
            </a:r>
            <a:endParaRPr kumimoji="1" lang="ja-JP" altLang="en-US" dirty="0"/>
          </a:p>
        </p:txBody>
      </p:sp>
      <p:sp>
        <p:nvSpPr>
          <p:cNvPr id="21" name="楕円 20"/>
          <p:cNvSpPr/>
          <p:nvPr/>
        </p:nvSpPr>
        <p:spPr>
          <a:xfrm>
            <a:off x="2331916" y="3096379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334526" y="4341532"/>
            <a:ext cx="3741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smtClean="0"/>
              <a:t>※VW</a:t>
            </a:r>
            <a:r>
              <a:rPr lang="ja-JP" altLang="en-US" b="1" dirty="0" smtClean="0"/>
              <a:t>・・・横幅</a:t>
            </a:r>
            <a:r>
              <a:rPr lang="en-US" altLang="ja-JP" b="1" dirty="0" smtClean="0"/>
              <a:t>(</a:t>
            </a:r>
            <a:r>
              <a:rPr lang="ja-JP" altLang="en-US" b="1" dirty="0" smtClean="0"/>
              <a:t>半分</a:t>
            </a:r>
            <a:r>
              <a:rPr lang="en-US" altLang="ja-JP" b="1" dirty="0" smtClean="0"/>
              <a:t>)</a:t>
            </a:r>
            <a:r>
              <a:rPr lang="ja-JP" altLang="en-US" b="1" dirty="0" smtClean="0"/>
              <a:t>のベクトル</a:t>
            </a:r>
            <a:endParaRPr lang="en-US" altLang="ja-JP" b="1" dirty="0" smtClean="0"/>
          </a:p>
          <a:p>
            <a:r>
              <a:rPr kumimoji="1" lang="ja-JP" altLang="en-US" b="1" dirty="0"/>
              <a:t>　</a:t>
            </a:r>
            <a:r>
              <a:rPr kumimoji="1" lang="en-US" altLang="ja-JP" b="1" dirty="0" smtClean="0"/>
              <a:t>VH</a:t>
            </a:r>
            <a:r>
              <a:rPr kumimoji="1" lang="ja-JP" altLang="en-US" b="1" dirty="0" smtClean="0"/>
              <a:t>・・・縦幅</a:t>
            </a:r>
            <a:r>
              <a:rPr kumimoji="1" lang="en-US" altLang="ja-JP" b="1" dirty="0" smtClean="0"/>
              <a:t>(</a:t>
            </a:r>
            <a:r>
              <a:rPr kumimoji="1" lang="ja-JP" altLang="en-US" b="1" dirty="0" smtClean="0"/>
              <a:t>半分</a:t>
            </a:r>
            <a:r>
              <a:rPr kumimoji="1" lang="en-US" altLang="ja-JP" b="1" dirty="0" smtClean="0"/>
              <a:t>)</a:t>
            </a:r>
            <a:r>
              <a:rPr kumimoji="1" lang="ja-JP" altLang="en-US" b="1" dirty="0" smtClean="0"/>
              <a:t>のベクトル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705282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142</Words>
  <Application>Microsoft Office PowerPoint</Application>
  <PresentationFormat>ワイド画面</PresentationFormat>
  <Paragraphs>60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GA2A</dc:creator>
  <cp:lastModifiedBy>GA2A</cp:lastModifiedBy>
  <cp:revision>21</cp:revision>
  <dcterms:created xsi:type="dcterms:W3CDTF">2026-01-30T05:56:25Z</dcterms:created>
  <dcterms:modified xsi:type="dcterms:W3CDTF">2026-01-30T09:14:42Z</dcterms:modified>
</cp:coreProperties>
</file>